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61" r:id="rId3"/>
    <p:sldId id="264" r:id="rId4"/>
    <p:sldId id="263" r:id="rId5"/>
    <p:sldId id="265" r:id="rId6"/>
    <p:sldId id="262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6F6D1D3-DDB3-4527-9962-4FC412531251}">
  <a:tblStyle styleId="{16F6D1D3-DDB3-4527-9962-4FC41253125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1727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16019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77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1484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&#10;コンテンツ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&#10;縦書きテキスト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 err="1"/>
              <a:t>ConnectMagic</a:t>
            </a:r>
            <a:r>
              <a:rPr lang="ja-JP" altLang="en-US" dirty="0"/>
              <a:t>追加実装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ja-JP" altLang="en-US" dirty="0"/>
              <a:t>新ギミック</a:t>
            </a:r>
            <a:endParaRPr dirty="0"/>
          </a:p>
        </p:txBody>
      </p:sp>
      <p:sp>
        <p:nvSpPr>
          <p:cNvPr id="122" name="Google Shape;122;p18"/>
          <p:cNvSpPr txBox="1">
            <a:spLocks noGrp="1"/>
          </p:cNvSpPr>
          <p:nvPr>
            <p:ph type="body" idx="1"/>
          </p:nvPr>
        </p:nvSpPr>
        <p:spPr>
          <a:xfrm>
            <a:off x="838200" y="1253325"/>
            <a:ext cx="10515600" cy="53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ja-JP" altLang="en-US" dirty="0"/>
              <a:t>・繋げる系の要素</a:t>
            </a:r>
            <a:endParaRPr lang="en-US" altLang="ja-JP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ja-JP" altLang="en-US" dirty="0"/>
              <a:t>（繋げるのはクリックを離した時に</a:t>
            </a:r>
            <a:endParaRPr lang="en-US" altLang="ja-JP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ja-JP" altLang="en-US" dirty="0"/>
              <a:t>　別のターゲットを指定していれば）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altLang="ja-JP" dirty="0"/>
          </a:p>
          <a:p>
            <a:pPr marL="0" lvl="0" indent="0">
              <a:buNone/>
            </a:pPr>
            <a:r>
              <a:rPr lang="ja-JP" altLang="en-US" dirty="0"/>
              <a:t>ギミック案</a:t>
            </a:r>
            <a:endParaRPr lang="en-US" altLang="ja-JP" dirty="0"/>
          </a:p>
          <a:p>
            <a:pPr marL="0" lvl="0" indent="0">
              <a:buNone/>
            </a:pPr>
            <a:r>
              <a:rPr lang="ja-JP" altLang="en-US" dirty="0"/>
              <a:t>・電源と装置</a:t>
            </a:r>
            <a:endParaRPr lang="en-US" altLang="ja-JP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ja-JP" altLang="en-US" dirty="0"/>
              <a:t>・移動する接続部</a:t>
            </a:r>
            <a:endParaRPr lang="en-US" altLang="ja-JP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altLang="ja-JP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ja-JP" altLang="en-US" dirty="0"/>
              <a:t>・壁から飛び出すブロック</a:t>
            </a:r>
            <a:endParaRPr lang="en-US" altLang="ja-JP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ja-JP" altLang="en-US" dirty="0"/>
              <a:t>電源と装置</a:t>
            </a:r>
            <a:endParaRPr lang="en-US" altLang="ja-JP" dirty="0"/>
          </a:p>
        </p:txBody>
      </p:sp>
      <p:sp>
        <p:nvSpPr>
          <p:cNvPr id="122" name="Google Shape;122;p18"/>
          <p:cNvSpPr txBox="1">
            <a:spLocks noGrp="1"/>
          </p:cNvSpPr>
          <p:nvPr>
            <p:ph type="body" idx="1"/>
          </p:nvPr>
        </p:nvSpPr>
        <p:spPr>
          <a:xfrm>
            <a:off x="838200" y="1253325"/>
            <a:ext cx="10515600" cy="53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None/>
            </a:pPr>
            <a:r>
              <a:rPr lang="ja-JP" altLang="en-US" dirty="0"/>
              <a:t>両者を繋げることで装置が有効になる。</a:t>
            </a:r>
            <a:endParaRPr lang="en-US" altLang="ja-JP" dirty="0"/>
          </a:p>
          <a:p>
            <a:pPr marL="0" lvl="0" indent="0">
              <a:buNone/>
            </a:pPr>
            <a:endParaRPr lang="en-US" altLang="ja-JP" dirty="0"/>
          </a:p>
          <a:p>
            <a:pPr marL="0" lvl="0" indent="0">
              <a:buNone/>
            </a:pPr>
            <a:r>
              <a:rPr lang="ja-JP" altLang="en-US" dirty="0"/>
              <a:t>装置案</a:t>
            </a:r>
            <a:endParaRPr lang="en-US" altLang="ja-JP" dirty="0"/>
          </a:p>
          <a:p>
            <a:pPr marL="0" lvl="0" indent="0">
              <a:buNone/>
            </a:pPr>
            <a:r>
              <a:rPr lang="ja-JP" altLang="en-US" dirty="0"/>
              <a:t>・移動する接続部</a:t>
            </a:r>
            <a:endParaRPr lang="en-US" altLang="ja-JP" dirty="0"/>
          </a:p>
          <a:p>
            <a:pPr marL="0" lvl="0" indent="0">
              <a:buNone/>
            </a:pPr>
            <a:r>
              <a:rPr lang="ja-JP" altLang="en-US" dirty="0"/>
              <a:t>・バリアのオフ</a:t>
            </a:r>
            <a:endParaRPr lang="en-US" altLang="ja-JP" dirty="0"/>
          </a:p>
          <a:p>
            <a:pPr marL="0" lvl="0" indent="0">
              <a:buNone/>
            </a:pPr>
            <a:r>
              <a:rPr lang="ja-JP" altLang="en-US" dirty="0"/>
              <a:t>・電源オンで重りが生成される</a:t>
            </a:r>
            <a:endParaRPr lang="en-US" altLang="ja-JP" dirty="0"/>
          </a:p>
          <a:p>
            <a:pPr marL="0" lvl="0" indent="0">
              <a:buNone/>
            </a:pPr>
            <a:r>
              <a:rPr lang="ja-JP" altLang="en-US" dirty="0"/>
              <a:t>・水がなくなる装置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79801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ja-JP" altLang="en-US" dirty="0"/>
              <a:t>移動する接続部</a:t>
            </a:r>
            <a:endParaRPr lang="en-US" altLang="ja-JP" dirty="0"/>
          </a:p>
        </p:txBody>
      </p:sp>
      <p:sp>
        <p:nvSpPr>
          <p:cNvPr id="122" name="Google Shape;122;p18"/>
          <p:cNvSpPr txBox="1">
            <a:spLocks noGrp="1"/>
          </p:cNvSpPr>
          <p:nvPr>
            <p:ph type="body" idx="1"/>
          </p:nvPr>
        </p:nvSpPr>
        <p:spPr>
          <a:xfrm>
            <a:off x="838200" y="1253325"/>
            <a:ext cx="10515600" cy="53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None/>
            </a:pPr>
            <a:r>
              <a:rPr lang="ja-JP" altLang="en-US" dirty="0"/>
              <a:t>重りを繋げることで向こう側へ運ぶ</a:t>
            </a:r>
            <a:endParaRPr lang="en-US" altLang="ja-JP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ADFA25-1BD2-4A14-8E24-FE1C4EE58443}"/>
              </a:ext>
            </a:extLst>
          </p:cNvPr>
          <p:cNvSpPr/>
          <p:nvPr/>
        </p:nvSpPr>
        <p:spPr>
          <a:xfrm>
            <a:off x="1062404" y="4769406"/>
            <a:ext cx="3263412" cy="210136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2B3D5E5-0047-48E9-8AC5-CA1493F0D7ED}"/>
              </a:ext>
            </a:extLst>
          </p:cNvPr>
          <p:cNvSpPr/>
          <p:nvPr/>
        </p:nvSpPr>
        <p:spPr>
          <a:xfrm>
            <a:off x="8011258" y="4769406"/>
            <a:ext cx="3263412" cy="210136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3332558-EEE1-44B6-9A7E-7F1BA0B7FA44}"/>
              </a:ext>
            </a:extLst>
          </p:cNvPr>
          <p:cNvSpPr/>
          <p:nvPr/>
        </p:nvSpPr>
        <p:spPr>
          <a:xfrm>
            <a:off x="1062404" y="1931276"/>
            <a:ext cx="10212266" cy="3146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DDA3A3C-86AC-4455-BD3F-E8832B1A5C63}"/>
              </a:ext>
            </a:extLst>
          </p:cNvPr>
          <p:cNvSpPr/>
          <p:nvPr/>
        </p:nvSpPr>
        <p:spPr>
          <a:xfrm>
            <a:off x="5310554" y="2224797"/>
            <a:ext cx="146539" cy="3146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DCC4357-0709-41B4-B9C9-E97BDEBB0C18}"/>
              </a:ext>
            </a:extLst>
          </p:cNvPr>
          <p:cNvSpPr/>
          <p:nvPr/>
        </p:nvSpPr>
        <p:spPr>
          <a:xfrm>
            <a:off x="5310554" y="2523457"/>
            <a:ext cx="545124" cy="11949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台形 6">
            <a:extLst>
              <a:ext uri="{FF2B5EF4-FFF2-40B4-BE49-F238E27FC236}">
                <a16:creationId xmlns:a16="http://schemas.microsoft.com/office/drawing/2014/main" id="{944A6057-C815-4A27-865E-618C33D435A3}"/>
              </a:ext>
            </a:extLst>
          </p:cNvPr>
          <p:cNvSpPr/>
          <p:nvPr/>
        </p:nvSpPr>
        <p:spPr>
          <a:xfrm>
            <a:off x="6304085" y="4117654"/>
            <a:ext cx="914400" cy="518746"/>
          </a:xfrm>
          <a:prstGeom prst="trapezoid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A9BF153-D734-4B04-8615-A0F7FAE5B627}"/>
              </a:ext>
            </a:extLst>
          </p:cNvPr>
          <p:cNvSpPr/>
          <p:nvPr/>
        </p:nvSpPr>
        <p:spPr>
          <a:xfrm>
            <a:off x="6849210" y="3859891"/>
            <a:ext cx="105508" cy="25216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8CF8787-C7CD-4FB2-B460-F1A621302FCC}"/>
              </a:ext>
            </a:extLst>
          </p:cNvPr>
          <p:cNvSpPr/>
          <p:nvPr/>
        </p:nvSpPr>
        <p:spPr>
          <a:xfrm>
            <a:off x="6585443" y="3869465"/>
            <a:ext cx="105508" cy="25216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B7325AC-D13B-41CC-91B3-406DEF40CA9A}"/>
              </a:ext>
            </a:extLst>
          </p:cNvPr>
          <p:cNvSpPr/>
          <p:nvPr/>
        </p:nvSpPr>
        <p:spPr>
          <a:xfrm>
            <a:off x="6585443" y="3748000"/>
            <a:ext cx="369275" cy="1062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98C83E0B-A347-4934-9CB1-117DAFD60736}"/>
              </a:ext>
            </a:extLst>
          </p:cNvPr>
          <p:cNvCxnSpPr>
            <a:cxnSpLocks/>
          </p:cNvCxnSpPr>
          <p:nvPr/>
        </p:nvCxnSpPr>
        <p:spPr>
          <a:xfrm>
            <a:off x="5732585" y="2642955"/>
            <a:ext cx="1028700" cy="174206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48DE4C98-74E0-4AC8-A765-04C6C244647A}"/>
              </a:ext>
            </a:extLst>
          </p:cNvPr>
          <p:cNvSpPr/>
          <p:nvPr/>
        </p:nvSpPr>
        <p:spPr>
          <a:xfrm>
            <a:off x="6532694" y="4136828"/>
            <a:ext cx="501162" cy="504517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35F13467-849C-4EE2-8569-0B864387F029}"/>
              </a:ext>
            </a:extLst>
          </p:cNvPr>
          <p:cNvSpPr/>
          <p:nvPr/>
        </p:nvSpPr>
        <p:spPr>
          <a:xfrm>
            <a:off x="5443914" y="2330947"/>
            <a:ext cx="501162" cy="504517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7893B108-CDBB-47F0-9437-C5D395CF7BDB}"/>
              </a:ext>
            </a:extLst>
          </p:cNvPr>
          <p:cNvSpPr/>
          <p:nvPr/>
        </p:nvSpPr>
        <p:spPr>
          <a:xfrm rot="10800000">
            <a:off x="4432072" y="2361001"/>
            <a:ext cx="684332" cy="50451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141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ja-JP" altLang="en-US" dirty="0"/>
              <a:t>壁から飛び出すブロック</a:t>
            </a:r>
            <a:endParaRPr lang="en-US" altLang="ja-JP" dirty="0"/>
          </a:p>
        </p:txBody>
      </p:sp>
      <p:sp>
        <p:nvSpPr>
          <p:cNvPr id="122" name="Google Shape;122;p18"/>
          <p:cNvSpPr txBox="1">
            <a:spLocks noGrp="1"/>
          </p:cNvSpPr>
          <p:nvPr>
            <p:ph type="body" idx="1"/>
          </p:nvPr>
        </p:nvSpPr>
        <p:spPr>
          <a:xfrm>
            <a:off x="838200" y="1253325"/>
            <a:ext cx="10515600" cy="53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None/>
            </a:pPr>
            <a:r>
              <a:rPr lang="ja-JP" altLang="en-US" dirty="0"/>
              <a:t>プレイヤーまたは運んでいるアイテムを押し出す</a:t>
            </a:r>
            <a:endParaRPr lang="en-US" altLang="ja-JP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ADFA25-1BD2-4A14-8E24-FE1C4EE58443}"/>
              </a:ext>
            </a:extLst>
          </p:cNvPr>
          <p:cNvSpPr/>
          <p:nvPr/>
        </p:nvSpPr>
        <p:spPr>
          <a:xfrm>
            <a:off x="1062404" y="2245912"/>
            <a:ext cx="3263412" cy="46248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2B3D5E5-0047-48E9-8AC5-CA1493F0D7ED}"/>
              </a:ext>
            </a:extLst>
          </p:cNvPr>
          <p:cNvSpPr/>
          <p:nvPr/>
        </p:nvSpPr>
        <p:spPr>
          <a:xfrm>
            <a:off x="8011258" y="2245912"/>
            <a:ext cx="3263412" cy="46248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3332558-EEE1-44B6-9A7E-7F1BA0B7FA44}"/>
              </a:ext>
            </a:extLst>
          </p:cNvPr>
          <p:cNvSpPr/>
          <p:nvPr/>
        </p:nvSpPr>
        <p:spPr>
          <a:xfrm>
            <a:off x="1062404" y="1931276"/>
            <a:ext cx="10212266" cy="3146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41ADFC0-F717-4EF7-8831-ED6030A33939}"/>
              </a:ext>
            </a:extLst>
          </p:cNvPr>
          <p:cNvSpPr/>
          <p:nvPr/>
        </p:nvSpPr>
        <p:spPr>
          <a:xfrm>
            <a:off x="4325816" y="5604675"/>
            <a:ext cx="817684" cy="126609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C5E2F9B-CB43-4B04-B7EE-E79EAB9D78B4}"/>
              </a:ext>
            </a:extLst>
          </p:cNvPr>
          <p:cNvSpPr/>
          <p:nvPr/>
        </p:nvSpPr>
        <p:spPr>
          <a:xfrm>
            <a:off x="7193574" y="5591908"/>
            <a:ext cx="817684" cy="126609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046EB0D-D7C9-4208-A730-E053DB946135}"/>
              </a:ext>
            </a:extLst>
          </p:cNvPr>
          <p:cNvSpPr/>
          <p:nvPr/>
        </p:nvSpPr>
        <p:spPr>
          <a:xfrm>
            <a:off x="4325816" y="4663375"/>
            <a:ext cx="643304" cy="5856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63C7FCE-05D3-44D2-A264-C807A264D70E}"/>
              </a:ext>
            </a:extLst>
          </p:cNvPr>
          <p:cNvSpPr/>
          <p:nvPr/>
        </p:nvSpPr>
        <p:spPr>
          <a:xfrm>
            <a:off x="7193574" y="4671696"/>
            <a:ext cx="819150" cy="5773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A2016B02-E018-4C31-B9FA-292DAF622E2F}"/>
              </a:ext>
            </a:extLst>
          </p:cNvPr>
          <p:cNvCxnSpPr/>
          <p:nvPr/>
        </p:nvCxnSpPr>
        <p:spPr>
          <a:xfrm>
            <a:off x="7367954" y="4956190"/>
            <a:ext cx="47478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D2F9DC83-C067-4CCF-9644-9A12431BBD31}"/>
              </a:ext>
            </a:extLst>
          </p:cNvPr>
          <p:cNvCxnSpPr/>
          <p:nvPr/>
        </p:nvCxnSpPr>
        <p:spPr>
          <a:xfrm>
            <a:off x="4387362" y="4956190"/>
            <a:ext cx="47478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409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ja-JP" altLang="en-US" dirty="0"/>
              <a:t>改善</a:t>
            </a:r>
            <a:endParaRPr dirty="0"/>
          </a:p>
        </p:txBody>
      </p:sp>
      <p:sp>
        <p:nvSpPr>
          <p:cNvPr id="122" name="Google Shape;122;p18"/>
          <p:cNvSpPr txBox="1">
            <a:spLocks noGrp="1"/>
          </p:cNvSpPr>
          <p:nvPr>
            <p:ph type="body" idx="1"/>
          </p:nvPr>
        </p:nvSpPr>
        <p:spPr>
          <a:xfrm>
            <a:off x="838200" y="1253325"/>
            <a:ext cx="10515600" cy="53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ja-JP" altLang="en-US" dirty="0"/>
              <a:t>・崖に向かって移動して落ちるとき自動でジャンプ</a:t>
            </a:r>
            <a:endParaRPr lang="en-US" altLang="ja-JP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ja-JP" altLang="en-US" dirty="0"/>
              <a:t>この機能が活躍するマップ設計</a:t>
            </a:r>
            <a:endParaRPr lang="en-US" altLang="ja-JP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altLang="ja-JP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ja-JP" altLang="en-US" dirty="0"/>
              <a:t>・初回の次への扉開閉時はカメラをアップにする</a:t>
            </a:r>
            <a:endParaRPr lang="en-US" altLang="ja-JP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altLang="ja-JP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ja-JP" altLang="en-US" dirty="0"/>
              <a:t>・</a:t>
            </a:r>
            <a:r>
              <a:rPr lang="en-US" altLang="ja-JP" dirty="0"/>
              <a:t>UI</a:t>
            </a:r>
            <a:r>
              <a:rPr lang="ja-JP" altLang="en-US" dirty="0"/>
              <a:t>を改善する</a:t>
            </a:r>
            <a:endParaRPr lang="en-US" altLang="ja-JP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ja-JP" altLang="en-US" dirty="0"/>
              <a:t>　巻き戻すときの</a:t>
            </a:r>
            <a:r>
              <a:rPr lang="en-US" altLang="ja-JP" dirty="0"/>
              <a:t>UI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ja-JP" altLang="en-US" dirty="0"/>
              <a:t>　クリア画面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31383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151</Words>
  <Application>Microsoft Office PowerPoint</Application>
  <PresentationFormat>ワイド画面</PresentationFormat>
  <Paragraphs>32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ＭＳ Ｐゴシック</vt:lpstr>
      <vt:lpstr>Arial</vt:lpstr>
      <vt:lpstr>Calibri</vt:lpstr>
      <vt:lpstr>Office テーマ</vt:lpstr>
      <vt:lpstr>ConnectMagic追加実装</vt:lpstr>
      <vt:lpstr>新ギミック</vt:lpstr>
      <vt:lpstr>電源と装置</vt:lpstr>
      <vt:lpstr>移動する接続部</vt:lpstr>
      <vt:lpstr>壁から飛び出すブロック</vt:lpstr>
      <vt:lpstr>改善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ConnectMagic追加実装</dc:title>
  <cp:lastModifiedBy>yuji</cp:lastModifiedBy>
  <cp:revision>21</cp:revision>
  <dcterms:modified xsi:type="dcterms:W3CDTF">2025-09-30T08:35:19Z</dcterms:modified>
</cp:coreProperties>
</file>